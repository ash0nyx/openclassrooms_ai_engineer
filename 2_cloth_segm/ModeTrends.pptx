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728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297440" y="1567440"/>
            <a:ext cx="7037280" cy="290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6F8D6A7-A4BA-453B-88EE-C1B84FAECDC5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73B0A6-DBDC-44AF-BDA9-1EA21876E09E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093D70-0D36-407F-998A-898F16AA5378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8E9BDBF-6C5D-4154-AA3B-CEA35BEAE8E9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728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7280" cy="290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560176F-67B6-4D0E-92E3-3DD142D37A6A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728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3434040" cy="290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903560" y="1567440"/>
            <a:ext cx="3434040" cy="290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ACB302-9E0A-4219-9916-F53E6E70A57E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728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FB4E7D8-5913-410B-B37C-2532B7A57831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8519E08-B1AE-47DE-8471-F43D5A973214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1FB960B-F329-4F7D-8447-D76C04699C8F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E1A5BFF-37EA-434E-8CE9-471850C0DE83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1E735CE-0BCA-4392-A292-7A1F653C8D32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2"/>
          <p:cNvSpPr/>
          <p:nvPr/>
        </p:nvSpPr>
        <p:spPr>
          <a:xfrm rot="5400000">
            <a:off x="7502040" y="0"/>
            <a:ext cx="1641960" cy="1641960"/>
          </a:xfrm>
          <a:prstGeom prst="diagStripe">
            <a:avLst>
              <a:gd name="adj" fmla="val 0"/>
            </a:avLst>
          </a:prstGeom>
          <a:solidFill>
            <a:schemeClr val="lt1">
              <a:alpha val="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" name="Google Shape;11;p2"/>
          <p:cNvGrpSpPr/>
          <p:nvPr/>
        </p:nvGrpSpPr>
        <p:grpSpPr>
          <a:xfrm>
            <a:off x="5760" y="-6840"/>
            <a:ext cx="5136840" cy="5150880"/>
            <a:chOff x="5760" y="-6840"/>
            <a:chExt cx="5136840" cy="5150880"/>
          </a:xfrm>
        </p:grpSpPr>
        <p:sp>
          <p:nvSpPr>
            <p:cNvPr id="2" name="Google Shape;12;p2"/>
            <p:cNvSpPr/>
            <p:nvPr/>
          </p:nvSpPr>
          <p:spPr>
            <a:xfrm rot="16200000">
              <a:off x="360" y="1800"/>
              <a:ext cx="5150880" cy="513324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" name="Google Shape;13;p2"/>
            <p:cNvSpPr/>
            <p:nvPr/>
          </p:nvSpPr>
          <p:spPr>
            <a:xfrm rot="16200000">
              <a:off x="0" y="1143720"/>
              <a:ext cx="3994920" cy="398088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" name="Google Shape;14;p2"/>
            <p:cNvSpPr/>
            <p:nvPr/>
          </p:nvSpPr>
          <p:spPr>
            <a:xfrm rot="16200000">
              <a:off x="1800" y="2160"/>
              <a:ext cx="2297880" cy="22899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" name="Google Shape;15;p2"/>
            <p:cNvSpPr/>
            <p:nvPr/>
          </p:nvSpPr>
          <p:spPr>
            <a:xfrm flipH="1">
              <a:off x="651240" y="588240"/>
              <a:ext cx="2298240" cy="22896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728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CC3785-72FD-416C-AAC8-75A609971D94}" type="slidenum">
              <a:rPr b="0" lang="fr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06;p11"/>
          <p:cNvGrpSpPr/>
          <p:nvPr/>
        </p:nvGrpSpPr>
        <p:grpSpPr>
          <a:xfrm>
            <a:off x="4406760" y="-1440"/>
            <a:ext cx="4735800" cy="5144400"/>
            <a:chOff x="4406760" y="-1440"/>
            <a:chExt cx="4735800" cy="5144400"/>
          </a:xfrm>
        </p:grpSpPr>
        <p:sp>
          <p:nvSpPr>
            <p:cNvPr id="12" name="Google Shape;107;p11"/>
            <p:cNvSpPr/>
            <p:nvPr/>
          </p:nvSpPr>
          <p:spPr>
            <a:xfrm rot="5400000">
              <a:off x="4408200" y="-1800"/>
              <a:ext cx="4732200" cy="47358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" name="Google Shape;108;p11"/>
            <p:cNvSpPr/>
            <p:nvPr/>
          </p:nvSpPr>
          <p:spPr>
            <a:xfrm rot="5400000">
              <a:off x="4842720" y="3960"/>
              <a:ext cx="4296240" cy="428508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" name="Google Shape;109;p11"/>
            <p:cNvSpPr/>
            <p:nvPr/>
          </p:nvSpPr>
          <p:spPr>
            <a:xfrm rot="16200000">
              <a:off x="5618520" y="12380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" name="Google Shape;110;p11"/>
            <p:cNvSpPr/>
            <p:nvPr/>
          </p:nvSpPr>
          <p:spPr>
            <a:xfrm flipH="1">
              <a:off x="5848560" y="144396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" name="Google Shape;111;p11"/>
            <p:cNvSpPr/>
            <p:nvPr/>
          </p:nvSpPr>
          <p:spPr>
            <a:xfrm rot="16200000">
              <a:off x="5987160" y="24710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" name="Google Shape;112;p11"/>
            <p:cNvSpPr/>
            <p:nvPr/>
          </p:nvSpPr>
          <p:spPr>
            <a:xfrm flipH="1">
              <a:off x="6220800" y="267696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" name="Google Shape;113;p11"/>
            <p:cNvSpPr/>
            <p:nvPr/>
          </p:nvSpPr>
          <p:spPr>
            <a:xfrm rot="16200000">
              <a:off x="6675480" y="186372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" name="Google Shape;114;p11"/>
            <p:cNvSpPr/>
            <p:nvPr/>
          </p:nvSpPr>
          <p:spPr>
            <a:xfrm flipH="1">
              <a:off x="6906600" y="20696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" name="Google Shape;115;p11"/>
            <p:cNvSpPr/>
            <p:nvPr/>
          </p:nvSpPr>
          <p:spPr>
            <a:xfrm rot="16200000">
              <a:off x="6861240" y="247932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" name="Google Shape;116;p11"/>
            <p:cNvSpPr/>
            <p:nvPr/>
          </p:nvSpPr>
          <p:spPr>
            <a:xfrm flipH="1">
              <a:off x="7963920" y="26928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" name="Google Shape;117;p11"/>
            <p:cNvSpPr/>
            <p:nvPr/>
          </p:nvSpPr>
          <p:spPr>
            <a:xfrm flipH="1">
              <a:off x="8143560" y="330876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" name="Google Shape;118;p11"/>
            <p:cNvSpPr/>
            <p:nvPr/>
          </p:nvSpPr>
          <p:spPr>
            <a:xfrm rot="16200000">
              <a:off x="7047720" y="309672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" name="Google Shape;119;p11"/>
            <p:cNvSpPr/>
            <p:nvPr/>
          </p:nvSpPr>
          <p:spPr>
            <a:xfrm flipH="1">
              <a:off x="7275240" y="33026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" name="Google Shape;120;p11"/>
            <p:cNvSpPr/>
            <p:nvPr/>
          </p:nvSpPr>
          <p:spPr>
            <a:xfrm rot="16200000">
              <a:off x="7227360" y="371232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" name="Google Shape;121;p11"/>
            <p:cNvSpPr/>
            <p:nvPr/>
          </p:nvSpPr>
          <p:spPr>
            <a:xfrm flipH="1">
              <a:off x="7461000" y="39182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" name="Google Shape;122;p11"/>
            <p:cNvSpPr/>
            <p:nvPr/>
          </p:nvSpPr>
          <p:spPr>
            <a:xfrm rot="16200000">
              <a:off x="8102520" y="37202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" name="Google Shape;123;p11"/>
            <p:cNvSpPr/>
            <p:nvPr/>
          </p:nvSpPr>
          <p:spPr>
            <a:xfrm flipH="1">
              <a:off x="8332920" y="39258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" name="Google Shape;124;p11"/>
            <p:cNvSpPr/>
            <p:nvPr/>
          </p:nvSpPr>
          <p:spPr>
            <a:xfrm rot="16200000">
              <a:off x="8288280" y="43358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0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B3C61C-84D5-4558-BCFB-27311E9263F7}" type="slidenum">
              <a:rPr b="0" lang="fr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C8F386-B4CF-4A1B-A98D-1FD71790EB0C}" type="slidenum">
              <a:rPr b="0" lang="fr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20;p3"/>
          <p:cNvGrpSpPr/>
          <p:nvPr/>
        </p:nvGrpSpPr>
        <p:grpSpPr>
          <a:xfrm>
            <a:off x="4406760" y="-1440"/>
            <a:ext cx="4735800" cy="5144400"/>
            <a:chOff x="4406760" y="-1440"/>
            <a:chExt cx="4735800" cy="5144400"/>
          </a:xfrm>
        </p:grpSpPr>
        <p:sp>
          <p:nvSpPr>
            <p:cNvPr id="33" name="Google Shape;21;p3"/>
            <p:cNvSpPr/>
            <p:nvPr/>
          </p:nvSpPr>
          <p:spPr>
            <a:xfrm rot="5400000">
              <a:off x="4408200" y="-1800"/>
              <a:ext cx="4732200" cy="47358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" name="Google Shape;22;p3"/>
            <p:cNvSpPr/>
            <p:nvPr/>
          </p:nvSpPr>
          <p:spPr>
            <a:xfrm rot="5400000">
              <a:off x="4842720" y="3960"/>
              <a:ext cx="4296240" cy="428508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" name="Google Shape;23;p3"/>
            <p:cNvSpPr/>
            <p:nvPr/>
          </p:nvSpPr>
          <p:spPr>
            <a:xfrm rot="16200000">
              <a:off x="5618520" y="12380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" name="Google Shape;24;p3"/>
            <p:cNvSpPr/>
            <p:nvPr/>
          </p:nvSpPr>
          <p:spPr>
            <a:xfrm flipH="1">
              <a:off x="5848560" y="144396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" name="Google Shape;25;p3"/>
            <p:cNvSpPr/>
            <p:nvPr/>
          </p:nvSpPr>
          <p:spPr>
            <a:xfrm rot="16200000">
              <a:off x="5987160" y="24710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Google Shape;26;p3"/>
            <p:cNvSpPr/>
            <p:nvPr/>
          </p:nvSpPr>
          <p:spPr>
            <a:xfrm flipH="1">
              <a:off x="6220800" y="267696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" name="Google Shape;27;p3"/>
            <p:cNvSpPr/>
            <p:nvPr/>
          </p:nvSpPr>
          <p:spPr>
            <a:xfrm rot="16200000">
              <a:off x="6675480" y="186372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" name="Google Shape;28;p3"/>
            <p:cNvSpPr/>
            <p:nvPr/>
          </p:nvSpPr>
          <p:spPr>
            <a:xfrm flipH="1">
              <a:off x="6906600" y="20696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" name="Google Shape;29;p3"/>
            <p:cNvSpPr/>
            <p:nvPr/>
          </p:nvSpPr>
          <p:spPr>
            <a:xfrm rot="16200000">
              <a:off x="6861240" y="247932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" name="Google Shape;30;p3"/>
            <p:cNvSpPr/>
            <p:nvPr/>
          </p:nvSpPr>
          <p:spPr>
            <a:xfrm flipH="1">
              <a:off x="7963920" y="26928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" name="Google Shape;31;p3"/>
            <p:cNvSpPr/>
            <p:nvPr/>
          </p:nvSpPr>
          <p:spPr>
            <a:xfrm flipH="1">
              <a:off x="8143560" y="330876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" name="Google Shape;32;p3"/>
            <p:cNvSpPr/>
            <p:nvPr/>
          </p:nvSpPr>
          <p:spPr>
            <a:xfrm rot="16200000">
              <a:off x="7047720" y="309672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" name="Google Shape;33;p3"/>
            <p:cNvSpPr/>
            <p:nvPr/>
          </p:nvSpPr>
          <p:spPr>
            <a:xfrm flipH="1">
              <a:off x="7275240" y="33026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Google Shape;34;p3"/>
            <p:cNvSpPr/>
            <p:nvPr/>
          </p:nvSpPr>
          <p:spPr>
            <a:xfrm rot="16200000">
              <a:off x="7227360" y="371232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" name="Google Shape;35;p3"/>
            <p:cNvSpPr/>
            <p:nvPr/>
          </p:nvSpPr>
          <p:spPr>
            <a:xfrm flipH="1">
              <a:off x="7461000" y="39182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" name="Google Shape;36;p3"/>
            <p:cNvSpPr/>
            <p:nvPr/>
          </p:nvSpPr>
          <p:spPr>
            <a:xfrm rot="16200000">
              <a:off x="8102520" y="37202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" name="Google Shape;37;p3"/>
            <p:cNvSpPr/>
            <p:nvPr/>
          </p:nvSpPr>
          <p:spPr>
            <a:xfrm flipH="1">
              <a:off x="8332920" y="39258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" name="Google Shape;38;p3"/>
            <p:cNvSpPr/>
            <p:nvPr/>
          </p:nvSpPr>
          <p:spPr>
            <a:xfrm rot="16200000">
              <a:off x="8288280" y="43358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1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A7DF0F-015A-4838-AB65-E10D91CA3E2E}" type="slidenum">
              <a:rPr b="0" lang="fr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42;p4"/>
          <p:cNvGrpSpPr/>
          <p:nvPr/>
        </p:nvGrpSpPr>
        <p:grpSpPr>
          <a:xfrm>
            <a:off x="0" y="382680"/>
            <a:ext cx="1034640" cy="1013040"/>
            <a:chOff x="0" y="382680"/>
            <a:chExt cx="1034640" cy="1013040"/>
          </a:xfrm>
        </p:grpSpPr>
        <p:sp>
          <p:nvSpPr>
            <p:cNvPr id="53" name="Google Shape;43;p4"/>
            <p:cNvSpPr/>
            <p:nvPr/>
          </p:nvSpPr>
          <p:spPr>
            <a:xfrm rot="16200000">
              <a:off x="0" y="38268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" name="Google Shape;44;p4"/>
            <p:cNvSpPr/>
            <p:nvPr/>
          </p:nvSpPr>
          <p:spPr>
            <a:xfrm flipH="1">
              <a:off x="227520" y="5886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728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7037280" cy="290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E5C062-C01A-4C35-8F0C-37AC8A9209BF}" type="slidenum">
              <a:rPr b="0" lang="fr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49;p5"/>
          <p:cNvGrpSpPr/>
          <p:nvPr/>
        </p:nvGrpSpPr>
        <p:grpSpPr>
          <a:xfrm>
            <a:off x="0" y="382680"/>
            <a:ext cx="1034640" cy="1013040"/>
            <a:chOff x="0" y="382680"/>
            <a:chExt cx="1034640" cy="1013040"/>
          </a:xfrm>
        </p:grpSpPr>
        <p:sp>
          <p:nvSpPr>
            <p:cNvPr id="61" name="Google Shape;50;p5"/>
            <p:cNvSpPr/>
            <p:nvPr/>
          </p:nvSpPr>
          <p:spPr>
            <a:xfrm rot="16200000">
              <a:off x="0" y="38268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" name="Google Shape;51;p5"/>
            <p:cNvSpPr/>
            <p:nvPr/>
          </p:nvSpPr>
          <p:spPr>
            <a:xfrm flipH="1">
              <a:off x="227520" y="5886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728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3433680" cy="290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903560" y="1567440"/>
            <a:ext cx="3433680" cy="290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8AAC8A-69A8-472C-BA6C-E29DDDA7BEE4}" type="slidenum">
              <a:rPr b="0" lang="fr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57;p6"/>
          <p:cNvGrpSpPr/>
          <p:nvPr/>
        </p:nvGrpSpPr>
        <p:grpSpPr>
          <a:xfrm>
            <a:off x="0" y="382680"/>
            <a:ext cx="1034640" cy="1013040"/>
            <a:chOff x="0" y="382680"/>
            <a:chExt cx="1034640" cy="1013040"/>
          </a:xfrm>
        </p:grpSpPr>
        <p:sp>
          <p:nvSpPr>
            <p:cNvPr id="71" name="Google Shape;58;p6"/>
            <p:cNvSpPr/>
            <p:nvPr/>
          </p:nvSpPr>
          <p:spPr>
            <a:xfrm rot="16200000">
              <a:off x="0" y="38268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" name="Google Shape;59;p6"/>
            <p:cNvSpPr/>
            <p:nvPr/>
          </p:nvSpPr>
          <p:spPr>
            <a:xfrm flipH="1">
              <a:off x="227520" y="5886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728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40492E-2A4D-4997-8E87-BC9781BE5BD1}" type="slidenum">
              <a:rPr b="0" lang="fr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63;p7"/>
          <p:cNvGrpSpPr/>
          <p:nvPr/>
        </p:nvGrpSpPr>
        <p:grpSpPr>
          <a:xfrm>
            <a:off x="0" y="382680"/>
            <a:ext cx="1034640" cy="1013040"/>
            <a:chOff x="0" y="382680"/>
            <a:chExt cx="1034640" cy="1013040"/>
          </a:xfrm>
        </p:grpSpPr>
        <p:sp>
          <p:nvSpPr>
            <p:cNvPr id="77" name="Google Shape;64;p7"/>
            <p:cNvSpPr/>
            <p:nvPr/>
          </p:nvSpPr>
          <p:spPr>
            <a:xfrm rot="16200000">
              <a:off x="0" y="38268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" name="Google Shape;65;p7"/>
            <p:cNvSpPr/>
            <p:nvPr/>
          </p:nvSpPr>
          <p:spPr>
            <a:xfrm flipH="1">
              <a:off x="227520" y="5886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9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DF4590-15CF-476F-8BBC-601C3AA38EC6}" type="slidenum">
              <a:rPr b="0" lang="fr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70;p8"/>
          <p:cNvGrpSpPr/>
          <p:nvPr/>
        </p:nvGrpSpPr>
        <p:grpSpPr>
          <a:xfrm>
            <a:off x="4406760" y="-1440"/>
            <a:ext cx="4735800" cy="5145120"/>
            <a:chOff x="4406760" y="-1440"/>
            <a:chExt cx="4735800" cy="5145120"/>
          </a:xfrm>
        </p:grpSpPr>
        <p:sp>
          <p:nvSpPr>
            <p:cNvPr id="81" name="Google Shape;71;p8"/>
            <p:cNvSpPr/>
            <p:nvPr/>
          </p:nvSpPr>
          <p:spPr>
            <a:xfrm rot="5400000">
              <a:off x="4407840" y="-1440"/>
              <a:ext cx="4732920" cy="47358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2" name="Google Shape;72;p8"/>
            <p:cNvSpPr/>
            <p:nvPr/>
          </p:nvSpPr>
          <p:spPr>
            <a:xfrm rot="5400000">
              <a:off x="4842360" y="4320"/>
              <a:ext cx="4296960" cy="428508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" name="Google Shape;73;p8"/>
            <p:cNvSpPr/>
            <p:nvPr/>
          </p:nvSpPr>
          <p:spPr>
            <a:xfrm rot="16200000">
              <a:off x="5618520" y="12384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Google Shape;74;p8"/>
            <p:cNvSpPr/>
            <p:nvPr/>
          </p:nvSpPr>
          <p:spPr>
            <a:xfrm flipH="1">
              <a:off x="5848560" y="144396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Google Shape;75;p8"/>
            <p:cNvSpPr/>
            <p:nvPr/>
          </p:nvSpPr>
          <p:spPr>
            <a:xfrm rot="16200000">
              <a:off x="5987160" y="24714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Google Shape;76;p8"/>
            <p:cNvSpPr/>
            <p:nvPr/>
          </p:nvSpPr>
          <p:spPr>
            <a:xfrm flipH="1">
              <a:off x="6220800" y="267732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7" name="Google Shape;77;p8"/>
            <p:cNvSpPr/>
            <p:nvPr/>
          </p:nvSpPr>
          <p:spPr>
            <a:xfrm rot="16200000">
              <a:off x="6675480" y="186408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" name="Google Shape;78;p8"/>
            <p:cNvSpPr/>
            <p:nvPr/>
          </p:nvSpPr>
          <p:spPr>
            <a:xfrm flipH="1">
              <a:off x="6906600" y="20696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Google Shape;79;p8"/>
            <p:cNvSpPr/>
            <p:nvPr/>
          </p:nvSpPr>
          <p:spPr>
            <a:xfrm rot="16200000">
              <a:off x="6861240" y="247968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Google Shape;80;p8"/>
            <p:cNvSpPr/>
            <p:nvPr/>
          </p:nvSpPr>
          <p:spPr>
            <a:xfrm flipH="1">
              <a:off x="7963920" y="269316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1" name="Google Shape;81;p8"/>
            <p:cNvSpPr/>
            <p:nvPr/>
          </p:nvSpPr>
          <p:spPr>
            <a:xfrm flipH="1">
              <a:off x="8143560" y="330912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" name="Google Shape;82;p8"/>
            <p:cNvSpPr/>
            <p:nvPr/>
          </p:nvSpPr>
          <p:spPr>
            <a:xfrm rot="16200000">
              <a:off x="7047720" y="309708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Google Shape;83;p8"/>
            <p:cNvSpPr/>
            <p:nvPr/>
          </p:nvSpPr>
          <p:spPr>
            <a:xfrm flipH="1">
              <a:off x="7275240" y="33026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" name="Google Shape;84;p8"/>
            <p:cNvSpPr/>
            <p:nvPr/>
          </p:nvSpPr>
          <p:spPr>
            <a:xfrm rot="16200000">
              <a:off x="7227360" y="371304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5" name="Google Shape;85;p8"/>
            <p:cNvSpPr/>
            <p:nvPr/>
          </p:nvSpPr>
          <p:spPr>
            <a:xfrm flipH="1">
              <a:off x="7461000" y="39186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Google Shape;86;p8"/>
            <p:cNvSpPr/>
            <p:nvPr/>
          </p:nvSpPr>
          <p:spPr>
            <a:xfrm rot="16200000">
              <a:off x="8102520" y="37206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" name="Google Shape;87;p8"/>
            <p:cNvSpPr/>
            <p:nvPr/>
          </p:nvSpPr>
          <p:spPr>
            <a:xfrm flipH="1">
              <a:off x="8332920" y="392616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" name="Google Shape;88;p8"/>
            <p:cNvSpPr/>
            <p:nvPr/>
          </p:nvSpPr>
          <p:spPr>
            <a:xfrm rot="16200000">
              <a:off x="8288280" y="433656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9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2EAF08-43BE-4E22-AD4A-2A9EE6AEDC76}" type="slidenum">
              <a:rPr b="0" lang="fr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92;p9"/>
          <p:cNvGrpSpPr/>
          <p:nvPr/>
        </p:nvGrpSpPr>
        <p:grpSpPr>
          <a:xfrm>
            <a:off x="0" y="382680"/>
            <a:ext cx="1034640" cy="1013040"/>
            <a:chOff x="0" y="382680"/>
            <a:chExt cx="1034640" cy="1013040"/>
          </a:xfrm>
        </p:grpSpPr>
        <p:sp>
          <p:nvSpPr>
            <p:cNvPr id="101" name="Google Shape;93;p9"/>
            <p:cNvSpPr/>
            <p:nvPr/>
          </p:nvSpPr>
          <p:spPr>
            <a:xfrm rot="16200000">
              <a:off x="0" y="38268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" name="Google Shape;94;p9"/>
            <p:cNvSpPr/>
            <p:nvPr/>
          </p:nvSpPr>
          <p:spPr>
            <a:xfrm flipH="1">
              <a:off x="227520" y="588600"/>
              <a:ext cx="807120" cy="80712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3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F41B00-DAD1-4138-9E20-0601845D28C1}" type="slidenum">
              <a:rPr b="0" lang="fr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0;p10"/>
          <p:cNvGrpSpPr/>
          <p:nvPr/>
        </p:nvGrpSpPr>
        <p:grpSpPr>
          <a:xfrm>
            <a:off x="0" y="4130640"/>
            <a:ext cx="695520" cy="680760"/>
            <a:chOff x="0" y="4130640"/>
            <a:chExt cx="695520" cy="680760"/>
          </a:xfrm>
        </p:grpSpPr>
        <p:sp>
          <p:nvSpPr>
            <p:cNvPr id="105" name="Google Shape;101;p10"/>
            <p:cNvSpPr/>
            <p:nvPr/>
          </p:nvSpPr>
          <p:spPr>
            <a:xfrm rot="16200000">
              <a:off x="0" y="4130640"/>
              <a:ext cx="542880" cy="5428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" name="Google Shape;102;p10"/>
            <p:cNvSpPr/>
            <p:nvPr/>
          </p:nvSpPr>
          <p:spPr>
            <a:xfrm flipH="1">
              <a:off x="152640" y="4268520"/>
              <a:ext cx="542880" cy="5428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7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6840" cy="3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CCB8AF-ED18-432A-8AA9-408D3B9BF7F9}" type="slidenum">
              <a:rPr b="0" lang="fr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308760" y="487080"/>
            <a:ext cx="5015880" cy="157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4000" spc="-1" strike="noStrike">
                <a:solidFill>
                  <a:schemeClr val="lt1"/>
                </a:solidFill>
                <a:latin typeface="Montserrat"/>
                <a:ea typeface="Montserrat"/>
              </a:rPr>
              <a:t>Fashion Trend Intelligence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6344280" y="3891240"/>
            <a:ext cx="3468960" cy="50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1300" spc="-1" strike="noStrike">
                <a:solidFill>
                  <a:schemeClr val="lt1"/>
                </a:solidFill>
                <a:latin typeface="Lato"/>
                <a:ea typeface="Lato"/>
              </a:rPr>
              <a:t>Kseniia Sazonova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7280" cy="9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Présentation du projet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252080" y="1195560"/>
            <a:ext cx="7037280" cy="8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72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pc="-1" strike="noStrike" baseline="33000">
                <a:solidFill>
                  <a:srgbClr val="ffffff"/>
                </a:solidFill>
                <a:latin typeface="Arial"/>
              </a:rPr>
              <a:t>J’ai connecté mon script python à un </a:t>
            </a:r>
            <a:r>
              <a:rPr b="0" lang="en-US" sz="4800" spc="-1" strike="noStrike" baseline="33000">
                <a:solidFill>
                  <a:srgbClr val="ffffff"/>
                </a:solidFill>
                <a:latin typeface="Arial"/>
              </a:rPr>
              <a:t>modèle SegFormer sur HuggingFace. Dans </a:t>
            </a:r>
            <a:r>
              <a:rPr b="0" lang="en-US" sz="4800" spc="-1" strike="noStrike" baseline="33000">
                <a:solidFill>
                  <a:srgbClr val="ffffff"/>
                </a:solidFill>
                <a:latin typeface="Arial"/>
              </a:rPr>
              <a:t>un environemment virtueil, que j’ai obtenu </a:t>
            </a:r>
            <a:r>
              <a:rPr b="0" lang="en-US" sz="4800" spc="-1" strike="noStrike" baseline="33000">
                <a:solidFill>
                  <a:srgbClr val="ffffff"/>
                </a:solidFill>
                <a:latin typeface="Arial"/>
              </a:rPr>
              <a:t>avec uv, j’ai écris un scrypt python qui peut </a:t>
            </a:r>
            <a:r>
              <a:rPr b="0" lang="en-US" sz="4800" spc="-1" strike="noStrike" baseline="33000">
                <a:solidFill>
                  <a:srgbClr val="ffffff"/>
                </a:solidFill>
                <a:latin typeface="Arial"/>
              </a:rPr>
              <a:t>distinguer des differents elements de la </a:t>
            </a:r>
            <a:r>
              <a:rPr b="0" lang="en-US" sz="4800" spc="-1" strike="noStrike" baseline="33000">
                <a:solidFill>
                  <a:srgbClr val="ffffff"/>
                </a:solidFill>
                <a:latin typeface="Arial"/>
              </a:rPr>
              <a:t>tenue, spécifiquement quels vetements </a:t>
            </a:r>
            <a:r>
              <a:rPr b="0" lang="en-US" sz="4800" spc="-1" strike="noStrike" baseline="33000">
                <a:solidFill>
                  <a:srgbClr val="ffffff"/>
                </a:solidFill>
                <a:latin typeface="Arial"/>
              </a:rPr>
              <a:t>exactement on voit sur les images. Je l’ai </a:t>
            </a:r>
            <a:r>
              <a:rPr b="0" lang="en-US" sz="4800" spc="-1" strike="noStrike" baseline="33000">
                <a:solidFill>
                  <a:srgbClr val="ffffff"/>
                </a:solidFill>
                <a:latin typeface="Arial"/>
              </a:rPr>
              <a:t>testé sur 50 images.</a:t>
            </a:r>
            <a:endParaRPr b="0" lang="en-US" sz="4800" spc="-1" strike="noStrike" baseline="3300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914760" y="2095200"/>
            <a:ext cx="7314840" cy="270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7280" cy="9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Fonctionnement de Segformer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7280" cy="290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  <a:ea typeface="Noto Sans CJK SC"/>
              </a:rPr>
              <a:t>Segformer analyse des images et créé des masques qui affichent chaque type de vetement en couleur different.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7166880" y="2914920"/>
            <a:ext cx="834120" cy="1657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7280" cy="9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Performances du modèle sur les 50 images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1192320" y="1205280"/>
            <a:ext cx="7037280" cy="290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Plutôt bon et vite mais on voit que c’est un modèle qui n’est pas nouveau, je pense qu’il y a des nouveaux modeles avec une meilleure exactitude.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Evaluation Loss: 0.15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Mean Accuracy: 0.80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Mean IoU: 0.69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4142160" y="1943280"/>
            <a:ext cx="4544640" cy="308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7280" cy="9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Proposition d’une méthode de validation du modèle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297440" y="1371600"/>
            <a:ext cx="7037280" cy="290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Arial"/>
              </a:rPr>
              <a:t>Une personne peut vérifier manuelement quelques images et les masques pour voire à quel point ils correspondent. En plus on peut comparer avec des references.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914400" y="2286000"/>
            <a:ext cx="7571160" cy="2743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7280" cy="9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Passage à l’échelle et coût d’utilisation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7280" cy="290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fr" sz="1300" spc="-1" strike="noStrike">
                <a:solidFill>
                  <a:schemeClr val="lt1"/>
                </a:solidFill>
                <a:latin typeface="Lato"/>
                <a:ea typeface="Lato"/>
              </a:rPr>
              <a:t>Le coût pour 30 jours d’utilisation et 500 000 images. 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4" name="" descr=""/>
          <p:cNvPicPr/>
          <p:nvPr/>
        </p:nvPicPr>
        <p:blipFill>
          <a:blip r:embed="rId1"/>
          <a:stretch/>
        </p:blipFill>
        <p:spPr>
          <a:xfrm>
            <a:off x="2971800" y="981360"/>
            <a:ext cx="5485680" cy="585360"/>
          </a:xfrm>
          <a:prstGeom prst="rect">
            <a:avLst/>
          </a:prstGeom>
          <a:ln w="0">
            <a:noFill/>
          </a:ln>
        </p:spPr>
      </p:pic>
      <p:pic>
        <p:nvPicPr>
          <p:cNvPr id="125" name="" descr=""/>
          <p:cNvPicPr/>
          <p:nvPr/>
        </p:nvPicPr>
        <p:blipFill>
          <a:blip r:embed="rId2"/>
          <a:stretch/>
        </p:blipFill>
        <p:spPr>
          <a:xfrm>
            <a:off x="4833720" y="2514600"/>
            <a:ext cx="4238280" cy="2165760"/>
          </a:xfrm>
          <a:prstGeom prst="rect">
            <a:avLst/>
          </a:prstGeom>
          <a:ln w="0">
            <a:noFill/>
          </a:ln>
        </p:spPr>
      </p:pic>
      <p:pic>
        <p:nvPicPr>
          <p:cNvPr id="126" name="" descr=""/>
          <p:cNvPicPr/>
          <p:nvPr/>
        </p:nvPicPr>
        <p:blipFill>
          <a:blip r:embed="rId3"/>
          <a:stretch/>
        </p:blipFill>
        <p:spPr>
          <a:xfrm>
            <a:off x="72000" y="2514600"/>
            <a:ext cx="4636440" cy="217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7280" cy="9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Analyse de la conformité réglementaire (slide optionnelle)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7280" cy="290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fr" sz="1300" spc="-1" strike="noStrike">
                <a:solidFill>
                  <a:schemeClr val="lt1"/>
                </a:solidFill>
                <a:latin typeface="Lato"/>
                <a:ea typeface="Lato"/>
              </a:rPr>
              <a:t>Optionnel : analyser la conformité avec le RGPD et le respect de l’IA act. 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1143000" y="2057400"/>
            <a:ext cx="7534080" cy="1310400"/>
          </a:xfrm>
          <a:prstGeom prst="rect">
            <a:avLst/>
          </a:prstGeom>
          <a:ln w="0">
            <a:noFill/>
          </a:ln>
        </p:spPr>
      </p:pic>
      <p:pic>
        <p:nvPicPr>
          <p:cNvPr id="130" name="" descr=""/>
          <p:cNvPicPr/>
          <p:nvPr/>
        </p:nvPicPr>
        <p:blipFill>
          <a:blip r:embed="rId2"/>
          <a:stretch/>
        </p:blipFill>
        <p:spPr>
          <a:xfrm>
            <a:off x="114480" y="3464280"/>
            <a:ext cx="8915400" cy="137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7280" cy="9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" sz="2400" spc="-1" strike="noStrike">
                <a:solidFill>
                  <a:schemeClr val="lt1"/>
                </a:solidFill>
                <a:latin typeface="Montserrat"/>
                <a:ea typeface="Montserrat"/>
              </a:rPr>
              <a:t>Bilan du projet réalisé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7280" cy="290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fr" sz="1300" spc="-1" strike="noStrike">
                <a:solidFill>
                  <a:schemeClr val="lt1"/>
                </a:solidFill>
                <a:latin typeface="Lato"/>
                <a:ea typeface="Lato"/>
              </a:rPr>
              <a:t>Résumez  : 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fr" sz="1300" spc="-1" strike="noStrike">
                <a:solidFill>
                  <a:schemeClr val="lt1"/>
                </a:solidFill>
                <a:latin typeface="Lato"/>
                <a:ea typeface="Lato"/>
              </a:rPr>
              <a:t>C’est un défis de connecter uv, mais quand j’ai réussi c’est devenu simple.</a:t>
            </a:r>
            <a:br>
              <a:rPr sz="1300"/>
            </a:br>
            <a:r>
              <a:rPr b="0" lang="fr" sz="1300" spc="-1" strike="noStrike">
                <a:solidFill>
                  <a:schemeClr val="lt1"/>
                </a:solidFill>
                <a:latin typeface="Lato"/>
                <a:ea typeface="Lato"/>
              </a:rPr>
              <a:t>Cela aurait été dûr d’écrire tous les codes moi-même, mais grâce à mon IA locale qwen-3.5 ce n’a pas été le cas.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fr" sz="1300" spc="-1" strike="noStrike">
                <a:solidFill>
                  <a:schemeClr val="lt1"/>
                </a:solidFill>
                <a:latin typeface="Lato"/>
                <a:ea typeface="Lato"/>
              </a:rPr>
              <a:t>Peut-être qu’au lieu d’API cela sera mieux d’utiliser huggingface_hub directement, comme c’est récommandé sur Hugging Face. En plus de tester des modeles plus modernes et performantes.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fr" sz="1300" spc="-1" strike="noStrike">
                <a:solidFill>
                  <a:schemeClr val="lt1"/>
                </a:solidFill>
                <a:latin typeface="Lato"/>
                <a:ea typeface="Lato"/>
              </a:rPr>
              <a:t>ModeTrend pourra servir utile pour la shopping, surtot de proposer aux clients des vêtements pour finir leur look. Par exemple des bracelets ou des accesoires s’ils ne les ont pas.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2026-03-26T13:21:20Z</dcterms:modified>
  <cp:revision>22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